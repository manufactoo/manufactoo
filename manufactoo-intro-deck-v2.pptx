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39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7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C:\proyectos\manufactoo\frontend\public\manufactoo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8" y="18288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840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MANUFACTOO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No-code, Composable, On Premise, built on Odoo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7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stories.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on the line, and what your system says happened, are too often two different stories: written on paper, typed into a spreadsheet, entered into the ERP hours later – if at all.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Manufactoo closes that gap: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953512"/>
            <a:ext cx="457200" cy="457200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508760" y="28803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r>
              <a:rPr lang="en-US" sz="14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code is open and auditable – yours to inspect, anytime.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666744"/>
            <a:ext cx="457200" cy="457200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8"/>
          <p:cNvSpPr/>
          <p:nvPr/>
        </p:nvSpPr>
        <p:spPr>
          <a:xfrm>
            <a:off x="1508760" y="359359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r>
              <a:rPr lang="en-US" sz="14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Runs on your own server. Your production data never leaves your company.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22960" y="4379976"/>
            <a:ext cx="457200" cy="457200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0"/>
          <p:cNvSpPr/>
          <p:nvPr/>
        </p:nvSpPr>
        <p:spPr>
          <a:xfrm>
            <a:off x="1508760" y="430682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r>
              <a:rPr lang="en-US" sz="14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Turn on only the modules your factory actually needs – nothing bloated, nothing you'll never touch.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22960" y="5093208"/>
            <a:ext cx="457200" cy="457200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2"/>
          <p:cNvSpPr/>
          <p:nvPr/>
        </p:nvSpPr>
        <p:spPr>
          <a:xfrm>
            <a:off x="1508760" y="502005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</a:t>
            </a:r>
            <a:r>
              <a:rPr lang="en-US" sz="14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Every operator screen is built by dragging and dropping – not by writing software.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22960" y="5806440"/>
            <a:ext cx="457200" cy="457200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1508760" y="57332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Odoo</a:t>
            </a:r>
            <a:r>
              <a:rPr lang="en-US" sz="14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live connection to the Odoo you already run – not a copy. Odoo 18 or 19, detected automatically.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7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minutes.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858500" y="662940"/>
            <a:ext cx="777240" cy="777240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doesn't take a consultant or a six-month rollout. A guided wizard walks you through it: choose your language, connect to your real Odoo instance – it detects the version on its own, no guesswork – set up your company details, and create your administrator account.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short steps, and your installation is live, already talking to your real data.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2331720"/>
            <a:ext cx="4206240" cy="3794760"/>
          </a:xfrm>
          <a:prstGeom prst="roundRect">
            <a:avLst>
              <a:gd name="adj" fmla="val 2892"/>
            </a:avLst>
          </a:prstGeom>
          <a:solidFill>
            <a:srgbClr val="12172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589520" y="2651760"/>
            <a:ext cx="457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92440" y="2651760"/>
            <a:ext cx="3154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0" y="3282696"/>
            <a:ext cx="457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092440" y="3282696"/>
            <a:ext cx="3154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Odoo – version detected automatically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3913632"/>
            <a:ext cx="457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092440" y="3913632"/>
            <a:ext cx="3154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details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589520" y="4544568"/>
            <a:ext cx="457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92440" y="4544568"/>
            <a:ext cx="3154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account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5175504"/>
            <a:ext cx="457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092440" y="5175504"/>
            <a:ext cx="3154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confirm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7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yourself.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858500" y="662940"/>
            <a:ext cx="777240" cy="777240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810" y="8572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there, you build. No code, no developers, no backlog of feature requests.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station designer and drag onto the screen exactly what your operator needs to see – who's working, which order, which lot, which reading from the scale – and connect each field straight to your Odoo data with a click.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station designed the way your floor actually works, not the way a generic template assumes it should.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2331720"/>
            <a:ext cx="4206240" cy="3794760"/>
          </a:xfrm>
          <a:prstGeom prst="roundRect">
            <a:avLst>
              <a:gd name="adj" fmla="val 2892"/>
            </a:avLst>
          </a:prstGeom>
          <a:solidFill>
            <a:srgbClr val="12172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7589520" y="3183636"/>
            <a:ext cx="109728" cy="109728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863840" y="2743200"/>
            <a:ext cx="338328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89520" y="4174236"/>
            <a:ext cx="109728" cy="109728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863840" y="3733800"/>
            <a:ext cx="338328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89520" y="5164836"/>
            <a:ext cx="109728" cy="109728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863840" y="4724400"/>
            <a:ext cx="338328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your real Odoo data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7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FLOOR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run.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858500" y="662940"/>
            <a:ext cx="777240" cy="777240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810" y="8572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it runs, right there on the floor. This is what the operator sees: read, weigh, confirm – and it's already written back to Odoo, in real time.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spreadsheet at the end of the shift, no retyping, no gap between what happened on the line and what the system knows. Just the truth, the moment it happens.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2331720"/>
            <a:ext cx="4206240" cy="3794760"/>
          </a:xfrm>
          <a:prstGeom prst="roundRect">
            <a:avLst>
              <a:gd name="adj" fmla="val 2892"/>
            </a:avLst>
          </a:prstGeom>
          <a:solidFill>
            <a:srgbClr val="12172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7589520" y="3183636"/>
            <a:ext cx="109728" cy="109728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863840" y="2743200"/>
            <a:ext cx="338328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89520" y="4174236"/>
            <a:ext cx="109728" cy="109728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863840" y="3733800"/>
            <a:ext cx="338328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re-typing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89520" y="5164836"/>
            <a:ext cx="109728" cy="109728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863840" y="4724400"/>
            <a:ext cx="338328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into Odoo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7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C:\proyectos\manufactoo\frontend\public\manufactoo-logo-dark.png">
            <a:extLst>
              <a:ext uri="{FF2B5EF4-FFF2-40B4-BE49-F238E27FC236}">
                <a16:creationId xmlns:a16="http://schemas.microsoft.com/office/drawing/2014/main" id="{80615786-BC89-B05A-3E70-6CA468048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8" y="1828800"/>
            <a:ext cx="1828800" cy="182880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14F6612A-2EB8-6811-A3F6-4E4AD1AA1FF8}"/>
              </a:ext>
            </a:extLst>
          </p:cNvPr>
          <p:cNvSpPr/>
          <p:nvPr/>
        </p:nvSpPr>
        <p:spPr>
          <a:xfrm>
            <a:off x="0" y="3840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MANUFACTOO</a:t>
            </a:r>
            <a:endParaRPr lang="en-US" sz="44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1ED48BEC-00C3-CB30-03D9-EACBABB2627E}"/>
              </a:ext>
            </a:extLst>
          </p:cNvPr>
          <p:cNvSpPr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No-code, Composable, On Premise, built on Odoo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456</Words>
  <Application>Microsoft Office PowerPoint</Application>
  <PresentationFormat>Widescreen</PresentationFormat>
  <Paragraphs>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Alejandro Rioja Chocron</cp:lastModifiedBy>
  <cp:revision>2</cp:revision>
  <dcterms:created xsi:type="dcterms:W3CDTF">2026-08-10T11:09:42Z</dcterms:created>
  <dcterms:modified xsi:type="dcterms:W3CDTF">2026-08-10T11:20:00Z</dcterms:modified>
</cp:coreProperties>
</file>