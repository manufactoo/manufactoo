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pic>
        <p:nvPicPr>
          <p:cNvPr id="3" name="Image 0" descr="C:\proyectos\manufactoo\frontend\public\manufactoo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19659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77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MANUFACTOO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MES, built on Odoo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08760" y="1325880"/>
            <a:ext cx="1188720" cy="118872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6230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stories.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on the line, and what your system says happened.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4348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 paper. Typed into a spreadsheet. Entered into the ERP hours later, if at all.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18608" y="1508760"/>
            <a:ext cx="1554480" cy="155448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8973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81048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open and auditable - yours to inspect, anytime.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18608" y="1508760"/>
            <a:ext cx="1554480" cy="155448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8973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81048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own server. Your production data never leaves your company.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18608" y="1508760"/>
            <a:ext cx="1554480" cy="155448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8973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81048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only the modules your factory actually needs - nothing bloated.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18608" y="1508760"/>
            <a:ext cx="1554480" cy="155448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8973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81048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screen is built by dragging and dropping - not by writing software.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18608" y="1508760"/>
            <a:ext cx="1554480" cy="155448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8973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Odoo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81048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connection to the Odoo you already run - not a copy. Odoo 18 or 19, detected automatically.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08760" y="1600200"/>
            <a:ext cx="1188720" cy="118872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8973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80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minutes.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wizard connects to your real Odoo and detects its version on its own.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08760" y="1600200"/>
            <a:ext cx="1188720" cy="118872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8973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80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DESIGN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yourself.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fields your operators need onto the screen. No developers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08760" y="1600200"/>
            <a:ext cx="1188720" cy="1188720"/>
          </a:xfrm>
          <a:prstGeom prst="ellipse">
            <a:avLst/>
          </a:prstGeom>
          <a:solidFill>
            <a:srgbClr val="5B7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8973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80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run.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confirm, done - written back to Odoo the instant it happens.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3200400"/>
            <a:ext cx="8229600" cy="8229600"/>
          </a:xfrm>
          <a:prstGeom prst="ellipse">
            <a:avLst/>
          </a:prstGeom>
          <a:solidFill>
            <a:srgbClr val="5B7FFF">
              <a:alpha val="8000"/>
            </a:srgbClr>
          </a:solidFill>
          <a:ln/>
        </p:spPr>
      </p:sp>
      <p:pic>
        <p:nvPicPr>
          <p:cNvPr id="3" name="Image 0" descr="C:\proyectos\manufactoo\frontend\public\manufactoo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17830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5204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MANUFACTOO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source. On-premise. Built on Odoo.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2026-08-10T10:59:39Z</dcterms:created>
  <dcterms:modified xsi:type="dcterms:W3CDTF">2026-08-10T10:59:39Z</dcterms:modified>
</cp:coreProperties>
</file>